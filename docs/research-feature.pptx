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4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7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0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25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F042-9D34-25BD-43F2-AC2C12D4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8490D-9952-19C1-0557-587346DCA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F8732-E31D-593C-AA99-D45D01B21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F8CAB-7512-47FF-3A2F-306B251353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82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0E1267-4387-B1A1-6C10-E62DB6199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895"/>
            <a:ext cx="9144000" cy="454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0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47ACF3-06FB-8E13-D65E-1D3AECCD0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102"/>
            <a:ext cx="9144000" cy="449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0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0A89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DeepResearch</a:t>
            </a:r>
            <a:r>
              <a:rPr lang="zh-CN" alt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</a:t>
            </a:r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介绍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AI 的研究助手，助您高效管理学术资料与智能问答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台账管家  |  研究功能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731520" cy="731520"/>
          </a:xfrm>
          <a:prstGeom prst="ellipse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学术空间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创建与管理研究笔记本，分类整理不同课题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463040"/>
            <a:ext cx="731520" cy="731520"/>
          </a:xfrm>
          <a:prstGeom prst="ellipse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4813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6072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来源管理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76072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 PDF/TEXT，支持添加网址与音视频链接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3291840"/>
            <a:ext cx="731520" cy="731520"/>
          </a:xfrm>
          <a:prstGeom prst="ellipse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310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554480" y="3246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智能问答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3657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基于资料内容 AI 回答问题，实时流式响应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92040" y="3291840"/>
            <a:ext cx="731520" cy="731520"/>
          </a:xfrm>
          <a:prstGeom prst="ellipse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310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760720" y="3246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内容生成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760720" y="3657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一键生成学习指南、思维导图与 PPT 大纲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学术空间管理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什么是学术空间？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学术空间（Notebook）是您整理研究资料的核心单元。每个笔记本相互独立，可容纳多个来源文件，专属管理您的某一课题或项目。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560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普通用户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2560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 3 个笔记本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108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无数量限制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657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笔记本名称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3657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支持中英文，可随时修改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411480" cy="411480"/>
          </a:xfrm>
          <a:prstGeom prst="ellipse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4206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数据隔离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各用户数据完全隔离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3931920" cy="34747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学术空间选择器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1874520"/>
            <a:ext cx="35661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19019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▾  选择笔记本...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468880"/>
            <a:ext cx="35661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37760" y="2468880"/>
            <a:ext cx="54864" cy="43891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24871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化学分析课题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2971800"/>
            <a:ext cx="35661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37760" y="2971800"/>
            <a:ext cx="54864" cy="438912"/>
          </a:xfrm>
          <a:prstGeom prst="rect">
            <a:avLst/>
          </a:prstGeom>
          <a:solidFill>
            <a:srgbClr val="5C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0" y="29900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稳定性研究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3474720"/>
            <a:ext cx="35661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37760" y="3474720"/>
            <a:ext cx="54864" cy="438912"/>
          </a:xfrm>
          <a:prstGeom prst="rect">
            <a:avLst/>
          </a:prstGeom>
          <a:solidFill>
            <a:srgbClr val="5C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34930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参考文献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37760" y="4023360"/>
            <a:ext cx="356616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新建学术空间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来源管理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864" cy="868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📕  PDF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36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研究报告、文献、手册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54864" cy="868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URL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536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网页文章、在线文档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54864" cy="868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536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纯文本、笔记、CSV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103120"/>
            <a:ext cx="54864" cy="868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194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 VIDEO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2542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教学视频、讲座录像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103120"/>
            <a:ext cx="2606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37560" y="2103120"/>
            <a:ext cx="54864" cy="868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20440" y="2194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🎙️  AUDIO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20440" y="2542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播客、访谈、会议录音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上传与处理流程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上传文件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2062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上传文件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43000" y="3913632"/>
            <a:ext cx="1463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697480" y="3657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974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后台处理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14600" y="42062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后台处理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913632"/>
            <a:ext cx="1463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36576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处理完成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42062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处理完成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3913632"/>
            <a:ext cx="1463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95160" y="365760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9516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出错重试(3次)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12280" y="42062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出错重试(3次)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智能问答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基于来源内容的 AI 问答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输入问题后，AI 会基于您上传的资料实时生成答案。回答会以流式方式展现，支持来源引用标注。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示例引用格式：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根据报告 [1: compound_analysis.pdf]，化合物纯度达 99.8%。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356616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07899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智能问答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37744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16642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该化合物的有效期是多久？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200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26771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根据稳定性研究报告 [1: stability_report.pdf]，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该化合物在 </a:t>
            </a:r>
            <a:r>
              <a:rPr lang="en-US" sz="1000" b="1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25°C 条件下有效期为 24 个月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（[1] 中 3.2 节数据）。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1463040" cy="32004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stability_report.pdf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657600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36758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输入您的问题...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3657600"/>
            <a:ext cx="5029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5280" y="3657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发送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840480" cy="12801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使用提示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73075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请确保来源文件已处理完成（状态为就绪）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点击引用标注可定位到对应来源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每日有配额限制（普通用户 10 次/天）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内容生成工作室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基于笔记本来源，一键生成结构化学习内容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5176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17320" y="1645920"/>
            <a:ext cx="914400" cy="91440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📚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学习指南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生成结构化课程内容，包含章节标题与详细讲解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794760"/>
            <a:ext cx="2377440" cy="73152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8221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示例输出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40416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/ Key Concepts / Summary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83280" y="1371600"/>
            <a:ext cx="265176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51960" y="1645920"/>
            <a:ext cx="914400" cy="914400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51960" y="16642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🧠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52044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思维导图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2044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生成层级化的概念关系图，支持缩放与拖拽浏览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3794760"/>
            <a:ext cx="2377440" cy="731520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11880" y="38221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示例输出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11880" y="40416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中心主题 → 分支概念 → 详细节点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3716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1371600"/>
            <a:ext cx="2651760" cy="10972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86600" y="1645920"/>
            <a:ext cx="914400" cy="914400"/>
          </a:xfrm>
          <a:prstGeom prst="ellipse">
            <a:avLst/>
          </a:prstGeom>
          <a:solidFill>
            <a:srgbClr val="EA580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86600" y="16642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35508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 大纲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5508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生成演示文稿结构，包含每页标题与要点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3794760"/>
            <a:ext cx="2377440" cy="731520"/>
          </a:xfrm>
          <a:prstGeom prst="rect">
            <a:avLst/>
          </a:prstGeom>
          <a:solidFill>
            <a:srgbClr val="EA580C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46520" y="38221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示例输出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6520" y="40416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1: 概述 / Slide 2: 核心要点 / 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754880"/>
            <a:ext cx="8229600" cy="32004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输入主题关键词，AI 自动分析来源内容，生成对应格式的学习材料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配额与限制说明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749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749040" cy="5486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普通用户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学术空间数量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个笔记本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258568"/>
            <a:ext cx="34747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3134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每日问答次数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23134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次/天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34747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8437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来源文件类型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8437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URL / TEXT / VIDEO / AUDIO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319272"/>
            <a:ext cx="34747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3741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文件大小限制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33741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根据系统配置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849624"/>
            <a:ext cx="34747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9044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数据访问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39044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仅自己创建的内容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14300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1143000"/>
            <a:ext cx="402336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11704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管理员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学术空间数量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258568"/>
            <a:ext cx="374904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23134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每日问答次数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2313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788920"/>
            <a:ext cx="374904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8437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来源文件类型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28437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URL / TEXT / VIDEO / AUDIO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319272"/>
            <a:ext cx="374904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33741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批量处理来源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3374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支持一键处理所有待处理来源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849624"/>
            <a:ext cx="374904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9044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数据访问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39044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查看所有用户的笔记本与来源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每日配额于北京时间次日零点重置，剩余次数显示在页面顶部。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9C96-C6B9-E5BB-DBE2-3B2D9EBA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F08FD7-D5E4-5D32-E42A-0EA3220A9BAF}"/>
              </a:ext>
            </a:extLst>
          </p:cNvPr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E3A3A"/>
                </a:solidFill>
                <a:latin typeface="Trebuchet MS" pitchFamily="34" charset="0"/>
              </a:rPr>
              <a:t>配置指南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A102D5-6C0E-F7B4-3572-2114089E3F73}"/>
              </a:ext>
            </a:extLst>
          </p:cNvPr>
          <p:cNvSpPr/>
          <p:nvPr/>
        </p:nvSpPr>
        <p:spPr>
          <a:xfrm>
            <a:off x="548640" y="868680"/>
            <a:ext cx="10972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4A031195-4277-2B6C-AFF1-A4236AE82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47" y="994245"/>
            <a:ext cx="4060914" cy="1779435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7C64E05F-FC85-C99C-8144-EFBB392FD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47" y="2853525"/>
            <a:ext cx="4060914" cy="2221395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46DCB13B-39E7-EBD9-A117-2A9547E59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541" y="994244"/>
            <a:ext cx="4252731" cy="177943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C9053CCA-6CB8-2DA0-107C-4F7E06DF19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1541" y="2853523"/>
            <a:ext cx="4252731" cy="220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98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A89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1097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🔬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开始您的研究之旅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如需帮助，请联系系统管理员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1554480" cy="4114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学术空间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840480"/>
            <a:ext cx="1554480" cy="4114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来源管理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3840480"/>
            <a:ext cx="1554480" cy="4114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智能问答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3840480"/>
            <a:ext cx="1554480" cy="4114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内容生成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340</Words>
  <Application>Microsoft Office PowerPoint</Application>
  <PresentationFormat>全屏显示(16:9)</PresentationFormat>
  <Paragraphs>134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深度调研功能介绍</dc:title>
  <dc:subject>PptxGenJS Presentation</dc:subject>
  <dc:creator>ChemicalLedger</dc:creator>
  <cp:lastModifiedBy>Eric Du</cp:lastModifiedBy>
  <cp:revision>4</cp:revision>
  <dcterms:created xsi:type="dcterms:W3CDTF">2026-05-12T01:14:30Z</dcterms:created>
  <dcterms:modified xsi:type="dcterms:W3CDTF">2026-05-12T01:37:55Z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2026-05-12T01:30:50Z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b1c81d05-2e14-4ab2-8718-a43552ff75d2</vt:lpwstr>
  </property>
  <property fmtid="{D5CDD505-2E9C-101B-9397-08002B2CF9AE}" pid="7" name="MSIP_Label_defa4170-0d19-0005-0004-bc88714345d2_ActionId">
    <vt:lpwstr>6ab680cd-1426-40ea-80c9-c2b56deac270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